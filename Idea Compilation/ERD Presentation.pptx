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</p:sldIdLst>
  <p:sldSz cx="18288000" cy="10287000"/>
  <p:notesSz cx="6858000" cy="9144000"/>
  <p:embeddedFontLst>
    <p:embeddedFont>
      <p:font typeface="Canva Sans" panose="020B0604020202020204" charset="0"/>
      <p:regular r:id="rId14"/>
    </p:embeddedFont>
    <p:embeddedFont>
      <p:font typeface="Futura" panose="020B0604020202020204" charset="0"/>
      <p:regular r:id="rId15"/>
    </p:embeddedFont>
    <p:embeddedFont>
      <p:font typeface="Glacial Indifference Bold" panose="020B0604020202020204" charset="0"/>
      <p:regular r:id="rId16"/>
    </p:embeddedFont>
    <p:embeddedFont>
      <p:font typeface="Inter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72" y="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gif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gif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2370" y="792370"/>
            <a:ext cx="472661" cy="4726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7364075" y="6915141"/>
            <a:ext cx="0" cy="2610617"/>
          </a:xfrm>
          <a:prstGeom prst="line">
            <a:avLst/>
          </a:prstGeom>
          <a:ln w="123825" cap="flat">
            <a:solidFill>
              <a:srgbClr val="BBC8B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3756206" y="-514350"/>
            <a:ext cx="6163724" cy="3086100"/>
            <a:chOff x="0" y="0"/>
            <a:chExt cx="1623368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3368" cy="812800"/>
            </a:xfrm>
            <a:custGeom>
              <a:avLst/>
              <a:gdLst/>
              <a:ahLst/>
              <a:cxnLst/>
              <a:rect l="l" t="t" r="r" b="b"/>
              <a:pathLst>
                <a:path w="1623368" h="812800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582136" y="8362283"/>
            <a:ext cx="7059741" cy="3086100"/>
            <a:chOff x="0" y="0"/>
            <a:chExt cx="1859356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59356" cy="812800"/>
            </a:xfrm>
            <a:custGeom>
              <a:avLst/>
              <a:gdLst/>
              <a:ahLst/>
              <a:cxnLst/>
              <a:rect l="l" t="t" r="r" b="b"/>
              <a:pathLst>
                <a:path w="1859356" h="812800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920244" y="508065"/>
            <a:ext cx="2447512" cy="2447512"/>
          </a:xfrm>
          <a:custGeom>
            <a:avLst/>
            <a:gdLst/>
            <a:ahLst/>
            <a:cxnLst/>
            <a:rect l="l" t="t" r="r" b="b"/>
            <a:pathLst>
              <a:path w="2447512" h="2447512">
                <a:moveTo>
                  <a:pt x="0" y="0"/>
                </a:moveTo>
                <a:lnTo>
                  <a:pt x="2447512" y="0"/>
                </a:lnTo>
                <a:lnTo>
                  <a:pt x="2447512" y="2447512"/>
                </a:lnTo>
                <a:lnTo>
                  <a:pt x="0" y="2447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771519" y="3646139"/>
            <a:ext cx="14744962" cy="305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79"/>
              </a:lnSpc>
            </a:pPr>
            <a:r>
              <a:rPr lang="en-US" sz="10508" b="1">
                <a:solidFill>
                  <a:srgbClr val="5F6F5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ER DIAGRAM OVERVIEW</a:t>
            </a:r>
          </a:p>
          <a:p>
            <a:pPr marL="0" lvl="0" indent="0" algn="ctr">
              <a:lnSpc>
                <a:spcPts val="11979"/>
              </a:lnSpc>
            </a:pPr>
            <a:r>
              <a:rPr lang="en-US" sz="10508" b="1">
                <a:solidFill>
                  <a:srgbClr val="5F6F5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FOR ACOUSTICA</a:t>
            </a:r>
          </a:p>
        </p:txBody>
      </p:sp>
      <p:pic>
        <p:nvPicPr>
          <p:cNvPr id="14" name="Picture 15">
            <a:extLst>
              <a:ext uri="{FF2B5EF4-FFF2-40B4-BE49-F238E27FC236}">
                <a16:creationId xmlns:a16="http://schemas.microsoft.com/office/drawing/2014/main" id="{277957BC-815D-DA8C-4B7B-CB9EB3F8DD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48000" y="5935024"/>
            <a:ext cx="1950432" cy="19602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-514350"/>
            <a:ext cx="7554533" cy="11734612"/>
            <a:chOff x="0" y="0"/>
            <a:chExt cx="1989671" cy="30905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89671" cy="3090597"/>
            </a:xfrm>
            <a:custGeom>
              <a:avLst/>
              <a:gdLst/>
              <a:ahLst/>
              <a:cxnLst/>
              <a:rect l="l" t="t" r="r" b="b"/>
              <a:pathLst>
                <a:path w="1989671" h="3090597">
                  <a:moveTo>
                    <a:pt x="0" y="0"/>
                  </a:moveTo>
                  <a:lnTo>
                    <a:pt x="1989671" y="0"/>
                  </a:lnTo>
                  <a:lnTo>
                    <a:pt x="1989671" y="3090597"/>
                  </a:lnTo>
                  <a:lnTo>
                    <a:pt x="0" y="3090597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89671" cy="3138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22970" y="792370"/>
            <a:ext cx="472661" cy="47266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479920" y="8387800"/>
            <a:ext cx="3086100" cy="3086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196719" y="2546067"/>
            <a:ext cx="5894563" cy="1611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9321" b="1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Acoustica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09761" y="4982751"/>
            <a:ext cx="11468478" cy="663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26"/>
              </a:lnSpc>
              <a:spcBef>
                <a:spcPct val="0"/>
              </a:spcBef>
            </a:pPr>
            <a:r>
              <a:rPr lang="en-US" sz="351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 DBMS BASED MUSIC STREAMING PLATFORM</a:t>
            </a:r>
          </a:p>
        </p:txBody>
      </p:sp>
      <p:sp>
        <p:nvSpPr>
          <p:cNvPr id="14" name="Freeform 14"/>
          <p:cNvSpPr/>
          <p:nvPr/>
        </p:nvSpPr>
        <p:spPr>
          <a:xfrm rot="1837981">
            <a:off x="-249138" y="6366633"/>
            <a:ext cx="5865156" cy="3885666"/>
          </a:xfrm>
          <a:custGeom>
            <a:avLst/>
            <a:gdLst/>
            <a:ahLst/>
            <a:cxnLst/>
            <a:rect l="l" t="t" r="r" b="b"/>
            <a:pathLst>
              <a:path w="5865156" h="3885666">
                <a:moveTo>
                  <a:pt x="0" y="0"/>
                </a:moveTo>
                <a:lnTo>
                  <a:pt x="5865156" y="0"/>
                </a:lnTo>
                <a:lnTo>
                  <a:pt x="5865156" y="3885666"/>
                </a:lnTo>
                <a:lnTo>
                  <a:pt x="0" y="388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5400000">
            <a:off x="802620" y="5871643"/>
            <a:ext cx="1437071" cy="1673445"/>
          </a:xfrm>
          <a:custGeom>
            <a:avLst/>
            <a:gdLst/>
            <a:ahLst/>
            <a:cxnLst/>
            <a:rect l="l" t="t" r="r" b="b"/>
            <a:pathLst>
              <a:path w="1437071" h="1673445">
                <a:moveTo>
                  <a:pt x="0" y="0"/>
                </a:moveTo>
                <a:lnTo>
                  <a:pt x="1437071" y="0"/>
                </a:lnTo>
                <a:lnTo>
                  <a:pt x="1437071" y="1673445"/>
                </a:lnTo>
                <a:lnTo>
                  <a:pt x="0" y="1673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837033" y="2987814"/>
            <a:ext cx="1359686" cy="11693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99E513-5BDF-2AD0-3F28-E43C08B95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9369"/>
            <a:ext cx="18288000" cy="95482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3137" y="-247664"/>
            <a:ext cx="6584375" cy="11174045"/>
            <a:chOff x="0" y="0"/>
            <a:chExt cx="1734156" cy="2942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4156" cy="2942958"/>
            </a:xfrm>
            <a:custGeom>
              <a:avLst/>
              <a:gdLst/>
              <a:ahLst/>
              <a:cxnLst/>
              <a:rect l="l" t="t" r="r" b="b"/>
              <a:pathLst>
                <a:path w="1734156" h="2942958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34156" cy="2990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196719" y="78034"/>
            <a:ext cx="5894563" cy="1541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9321" b="1" dirty="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User</a:t>
            </a:r>
          </a:p>
        </p:txBody>
      </p:sp>
      <p:sp>
        <p:nvSpPr>
          <p:cNvPr id="8" name="AutoShape 8"/>
          <p:cNvSpPr/>
          <p:nvPr/>
        </p:nvSpPr>
        <p:spPr>
          <a:xfrm>
            <a:off x="966787" y="8257681"/>
            <a:ext cx="0" cy="2610617"/>
          </a:xfrm>
          <a:prstGeom prst="line">
            <a:avLst/>
          </a:prstGeom>
          <a:ln w="123825" cap="flat">
            <a:solidFill>
              <a:srgbClr val="BBC8B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398453" y="9562989"/>
            <a:ext cx="9677559" cy="592750"/>
          </a:xfrm>
          <a:custGeom>
            <a:avLst/>
            <a:gdLst/>
            <a:ahLst/>
            <a:cxnLst/>
            <a:rect l="l" t="t" r="r" b="b"/>
            <a:pathLst>
              <a:path w="9677559" h="592750">
                <a:moveTo>
                  <a:pt x="0" y="0"/>
                </a:moveTo>
                <a:lnTo>
                  <a:pt x="9677559" y="0"/>
                </a:lnTo>
                <a:lnTo>
                  <a:pt x="9677559" y="592751"/>
                </a:lnTo>
                <a:lnTo>
                  <a:pt x="0" y="59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01D18-840C-4C03-365E-51C2587A5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849" y="1534328"/>
            <a:ext cx="11728302" cy="81834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22970" y="792370"/>
            <a:ext cx="472661" cy="4726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137" y="-247664"/>
            <a:ext cx="6584375" cy="11174045"/>
            <a:chOff x="0" y="0"/>
            <a:chExt cx="1734156" cy="29429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4156" cy="2942958"/>
            </a:xfrm>
            <a:custGeom>
              <a:avLst/>
              <a:gdLst/>
              <a:ahLst/>
              <a:cxnLst/>
              <a:rect l="l" t="t" r="r" b="b"/>
              <a:pathLst>
                <a:path w="1734156" h="2942958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734156" cy="2990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966787" y="8257681"/>
            <a:ext cx="0" cy="2610617"/>
          </a:xfrm>
          <a:prstGeom prst="line">
            <a:avLst/>
          </a:prstGeom>
          <a:ln w="123825" cap="flat">
            <a:solidFill>
              <a:srgbClr val="BBC8B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398453" y="9562989"/>
            <a:ext cx="9677559" cy="592750"/>
          </a:xfrm>
          <a:custGeom>
            <a:avLst/>
            <a:gdLst/>
            <a:ahLst/>
            <a:cxnLst/>
            <a:rect l="l" t="t" r="r" b="b"/>
            <a:pathLst>
              <a:path w="9677559" h="592750">
                <a:moveTo>
                  <a:pt x="0" y="0"/>
                </a:moveTo>
                <a:lnTo>
                  <a:pt x="9677559" y="0"/>
                </a:lnTo>
                <a:lnTo>
                  <a:pt x="9677559" y="592751"/>
                </a:lnTo>
                <a:lnTo>
                  <a:pt x="0" y="59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190677" y="87023"/>
            <a:ext cx="5894563" cy="1541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9321" b="1" dirty="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Domain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780E140-A7E7-37B7-6E37-7C9FFD82DF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758" y="1411099"/>
            <a:ext cx="8534400" cy="82926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22970" y="792370"/>
            <a:ext cx="472661" cy="4726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137" y="-247664"/>
            <a:ext cx="6584375" cy="11174045"/>
            <a:chOff x="0" y="0"/>
            <a:chExt cx="1734156" cy="29429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4156" cy="2942958"/>
            </a:xfrm>
            <a:custGeom>
              <a:avLst/>
              <a:gdLst/>
              <a:ahLst/>
              <a:cxnLst/>
              <a:rect l="l" t="t" r="r" b="b"/>
              <a:pathLst>
                <a:path w="1734156" h="2942958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734156" cy="2990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966787" y="8257681"/>
            <a:ext cx="0" cy="2610617"/>
          </a:xfrm>
          <a:prstGeom prst="line">
            <a:avLst/>
          </a:prstGeom>
          <a:ln w="123825" cap="flat">
            <a:solidFill>
              <a:srgbClr val="BBC8B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398453" y="9562989"/>
            <a:ext cx="9677559" cy="592750"/>
          </a:xfrm>
          <a:custGeom>
            <a:avLst/>
            <a:gdLst/>
            <a:ahLst/>
            <a:cxnLst/>
            <a:rect l="l" t="t" r="r" b="b"/>
            <a:pathLst>
              <a:path w="9677559" h="592750">
                <a:moveTo>
                  <a:pt x="0" y="0"/>
                </a:moveTo>
                <a:lnTo>
                  <a:pt x="9677559" y="0"/>
                </a:lnTo>
                <a:lnTo>
                  <a:pt x="9677559" y="592751"/>
                </a:lnTo>
                <a:lnTo>
                  <a:pt x="0" y="59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196719" y="78034"/>
            <a:ext cx="5894563" cy="1541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9321" b="1" dirty="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Asset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679D69-EA45-6EBB-C861-0D95072E37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1" y="1514448"/>
            <a:ext cx="11734798" cy="82772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22970" y="792370"/>
            <a:ext cx="472661" cy="4726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137" y="-247664"/>
            <a:ext cx="6584375" cy="11174045"/>
            <a:chOff x="0" y="0"/>
            <a:chExt cx="1734156" cy="29429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4156" cy="2942958"/>
            </a:xfrm>
            <a:custGeom>
              <a:avLst/>
              <a:gdLst/>
              <a:ahLst/>
              <a:cxnLst/>
              <a:rect l="l" t="t" r="r" b="b"/>
              <a:pathLst>
                <a:path w="1734156" h="2942958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734156" cy="2990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966787" y="8257681"/>
            <a:ext cx="0" cy="2610617"/>
          </a:xfrm>
          <a:prstGeom prst="line">
            <a:avLst/>
          </a:prstGeom>
          <a:ln w="123825" cap="flat">
            <a:solidFill>
              <a:srgbClr val="BBC8B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398453" y="9562989"/>
            <a:ext cx="9677559" cy="592750"/>
          </a:xfrm>
          <a:custGeom>
            <a:avLst/>
            <a:gdLst/>
            <a:ahLst/>
            <a:cxnLst/>
            <a:rect l="l" t="t" r="r" b="b"/>
            <a:pathLst>
              <a:path w="9677559" h="592750">
                <a:moveTo>
                  <a:pt x="0" y="0"/>
                </a:moveTo>
                <a:lnTo>
                  <a:pt x="9677559" y="0"/>
                </a:lnTo>
                <a:lnTo>
                  <a:pt x="9677559" y="592751"/>
                </a:lnTo>
                <a:lnTo>
                  <a:pt x="0" y="59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196719" y="78034"/>
            <a:ext cx="5894563" cy="1541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9321" b="1" dirty="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Song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032B1C-1712-6BAF-2AB1-B573F28A65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303" y="1396760"/>
            <a:ext cx="13625394" cy="83885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22970" y="792370"/>
            <a:ext cx="472661" cy="4726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137" y="-247664"/>
            <a:ext cx="6584375" cy="11174045"/>
            <a:chOff x="0" y="0"/>
            <a:chExt cx="1734156" cy="29429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4156" cy="2942958"/>
            </a:xfrm>
            <a:custGeom>
              <a:avLst/>
              <a:gdLst/>
              <a:ahLst/>
              <a:cxnLst/>
              <a:rect l="l" t="t" r="r" b="b"/>
              <a:pathLst>
                <a:path w="1734156" h="2942958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734156" cy="2990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966787" y="8257681"/>
            <a:ext cx="0" cy="2610617"/>
          </a:xfrm>
          <a:prstGeom prst="line">
            <a:avLst/>
          </a:prstGeom>
          <a:ln w="123825" cap="flat">
            <a:solidFill>
              <a:srgbClr val="BBC8B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398453" y="9562989"/>
            <a:ext cx="9677559" cy="592750"/>
          </a:xfrm>
          <a:custGeom>
            <a:avLst/>
            <a:gdLst/>
            <a:ahLst/>
            <a:cxnLst/>
            <a:rect l="l" t="t" r="r" b="b"/>
            <a:pathLst>
              <a:path w="9677559" h="592750">
                <a:moveTo>
                  <a:pt x="0" y="0"/>
                </a:moveTo>
                <a:lnTo>
                  <a:pt x="9677559" y="0"/>
                </a:lnTo>
                <a:lnTo>
                  <a:pt x="9677559" y="592751"/>
                </a:lnTo>
                <a:lnTo>
                  <a:pt x="0" y="59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196719" y="78034"/>
            <a:ext cx="5894563" cy="1541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9321" b="1" dirty="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Product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2A3D52-F623-5B21-3D9A-BE3A3AD34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1" y="2133241"/>
            <a:ext cx="14630398" cy="74997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22970" y="792370"/>
            <a:ext cx="472661" cy="4726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137" y="-247664"/>
            <a:ext cx="6584375" cy="11174045"/>
            <a:chOff x="0" y="0"/>
            <a:chExt cx="1734156" cy="29429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4156" cy="2942958"/>
            </a:xfrm>
            <a:custGeom>
              <a:avLst/>
              <a:gdLst/>
              <a:ahLst/>
              <a:cxnLst/>
              <a:rect l="l" t="t" r="r" b="b"/>
              <a:pathLst>
                <a:path w="1734156" h="2942958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734156" cy="2990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966787" y="8257681"/>
            <a:ext cx="0" cy="2610617"/>
          </a:xfrm>
          <a:prstGeom prst="line">
            <a:avLst/>
          </a:prstGeom>
          <a:ln w="123825" cap="flat">
            <a:solidFill>
              <a:srgbClr val="BBC8B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398453" y="9562989"/>
            <a:ext cx="9677559" cy="592750"/>
          </a:xfrm>
          <a:custGeom>
            <a:avLst/>
            <a:gdLst/>
            <a:ahLst/>
            <a:cxnLst/>
            <a:rect l="l" t="t" r="r" b="b"/>
            <a:pathLst>
              <a:path w="9677559" h="592750">
                <a:moveTo>
                  <a:pt x="0" y="0"/>
                </a:moveTo>
                <a:lnTo>
                  <a:pt x="9677559" y="0"/>
                </a:lnTo>
                <a:lnTo>
                  <a:pt x="9677559" y="592751"/>
                </a:lnTo>
                <a:lnTo>
                  <a:pt x="0" y="59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017988" y="51881"/>
            <a:ext cx="12252024" cy="1541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9321" b="1" dirty="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Subscription Model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D061D7-2DE4-A16F-A6C5-288E67AEBB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2" y="1588028"/>
            <a:ext cx="10058396" cy="80512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22970" y="792370"/>
            <a:ext cx="472661" cy="4726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137" y="-247664"/>
            <a:ext cx="6584375" cy="11174045"/>
            <a:chOff x="0" y="0"/>
            <a:chExt cx="1734156" cy="29429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4156" cy="2942958"/>
            </a:xfrm>
            <a:custGeom>
              <a:avLst/>
              <a:gdLst/>
              <a:ahLst/>
              <a:cxnLst/>
              <a:rect l="l" t="t" r="r" b="b"/>
              <a:pathLst>
                <a:path w="1734156" h="2942958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734156" cy="2990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966787" y="8257681"/>
            <a:ext cx="0" cy="2610617"/>
          </a:xfrm>
          <a:prstGeom prst="line">
            <a:avLst/>
          </a:prstGeom>
          <a:ln w="123825" cap="flat">
            <a:solidFill>
              <a:srgbClr val="BBC8B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398453" y="9562989"/>
            <a:ext cx="9677559" cy="592750"/>
          </a:xfrm>
          <a:custGeom>
            <a:avLst/>
            <a:gdLst/>
            <a:ahLst/>
            <a:cxnLst/>
            <a:rect l="l" t="t" r="r" b="b"/>
            <a:pathLst>
              <a:path w="9677559" h="592750">
                <a:moveTo>
                  <a:pt x="0" y="0"/>
                </a:moveTo>
                <a:lnTo>
                  <a:pt x="9677559" y="0"/>
                </a:lnTo>
                <a:lnTo>
                  <a:pt x="9677559" y="592751"/>
                </a:lnTo>
                <a:lnTo>
                  <a:pt x="0" y="59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368976" y="78034"/>
            <a:ext cx="11550048" cy="1541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9321" b="1" dirty="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Review &amp; Report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B6AA9E-A8B9-AD22-AE5A-6BD199D8C2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787134"/>
            <a:ext cx="15240000" cy="79283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D61FF-DF44-6D48-B6D3-4F016D62E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0D8A4F-8FC2-8EF4-C7D6-2894650E0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9369"/>
            <a:ext cx="18288000" cy="954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025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2370" y="792370"/>
            <a:ext cx="472661" cy="4726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7364075" y="6915141"/>
            <a:ext cx="0" cy="2610617"/>
          </a:xfrm>
          <a:prstGeom prst="line">
            <a:avLst/>
          </a:prstGeom>
          <a:ln w="123825" cap="flat">
            <a:solidFill>
              <a:srgbClr val="BBC8B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3756206" y="-514350"/>
            <a:ext cx="6163724" cy="3086100"/>
            <a:chOff x="0" y="0"/>
            <a:chExt cx="1623368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3368" cy="812800"/>
            </a:xfrm>
            <a:custGeom>
              <a:avLst/>
              <a:gdLst/>
              <a:ahLst/>
              <a:cxnLst/>
              <a:rect l="l" t="t" r="r" b="b"/>
              <a:pathLst>
                <a:path w="1623368" h="812800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1837981">
            <a:off x="-505263" y="6573409"/>
            <a:ext cx="5865156" cy="3885666"/>
          </a:xfrm>
          <a:custGeom>
            <a:avLst/>
            <a:gdLst/>
            <a:ahLst/>
            <a:cxnLst/>
            <a:rect l="l" t="t" r="r" b="b"/>
            <a:pathLst>
              <a:path w="5865156" h="3885666">
                <a:moveTo>
                  <a:pt x="0" y="0"/>
                </a:moveTo>
                <a:lnTo>
                  <a:pt x="5865156" y="0"/>
                </a:lnTo>
                <a:lnTo>
                  <a:pt x="5865156" y="3885666"/>
                </a:lnTo>
                <a:lnTo>
                  <a:pt x="0" y="388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5400000">
            <a:off x="546495" y="6078418"/>
            <a:ext cx="1437071" cy="1673445"/>
          </a:xfrm>
          <a:custGeom>
            <a:avLst/>
            <a:gdLst/>
            <a:ahLst/>
            <a:cxnLst/>
            <a:rect l="l" t="t" r="r" b="b"/>
            <a:pathLst>
              <a:path w="1437071" h="1673445">
                <a:moveTo>
                  <a:pt x="0" y="0"/>
                </a:moveTo>
                <a:lnTo>
                  <a:pt x="1437071" y="0"/>
                </a:lnTo>
                <a:lnTo>
                  <a:pt x="1437071" y="1673446"/>
                </a:lnTo>
                <a:lnTo>
                  <a:pt x="0" y="1673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228291" y="2884282"/>
            <a:ext cx="11831417" cy="246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35"/>
              </a:lnSpc>
            </a:pPr>
            <a:r>
              <a:rPr lang="en-US" sz="16785" b="1">
                <a:solidFill>
                  <a:srgbClr val="5F6F5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96800" y="7477760"/>
            <a:ext cx="4619625" cy="1805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 dirty="0">
                <a:solidFill>
                  <a:srgbClr val="465739"/>
                </a:solidFill>
                <a:latin typeface="Canva Sans"/>
                <a:ea typeface="Canva Sans"/>
                <a:cs typeface="Canva Sans"/>
                <a:sym typeface="Canva Sans"/>
              </a:rPr>
              <a:t>Supervised by:</a:t>
            </a:r>
          </a:p>
          <a:p>
            <a:pPr algn="r">
              <a:lnSpc>
                <a:spcPts val="4759"/>
              </a:lnSpc>
            </a:pPr>
            <a:r>
              <a:rPr lang="en-US" sz="3399" dirty="0" err="1">
                <a:solidFill>
                  <a:srgbClr val="465739"/>
                </a:solidFill>
                <a:latin typeface="Canva Sans"/>
                <a:ea typeface="Canva Sans"/>
                <a:cs typeface="Canva Sans"/>
                <a:sym typeface="Canva Sans"/>
              </a:rPr>
              <a:t>Kowshic</a:t>
            </a:r>
            <a:r>
              <a:rPr lang="en-US" sz="3399" dirty="0">
                <a:solidFill>
                  <a:srgbClr val="465739"/>
                </a:solidFill>
                <a:latin typeface="Canva Sans"/>
                <a:ea typeface="Canva Sans"/>
                <a:cs typeface="Canva Sans"/>
                <a:sym typeface="Canva Sans"/>
              </a:rPr>
              <a:t> Roy</a:t>
            </a:r>
          </a:p>
          <a:p>
            <a:pPr algn="r">
              <a:lnSpc>
                <a:spcPts val="4759"/>
              </a:lnSpc>
            </a:pPr>
            <a:r>
              <a:rPr lang="en-US" sz="3399" dirty="0">
                <a:solidFill>
                  <a:srgbClr val="465739"/>
                </a:solidFill>
                <a:latin typeface="Canva Sans"/>
                <a:ea typeface="Canva Sans"/>
                <a:cs typeface="Canva Sans"/>
                <a:sym typeface="Canva Sans"/>
              </a:rPr>
              <a:t>Lecturer at CSE, BUET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7745218"/>
            <a:ext cx="8115300" cy="1805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465739"/>
                </a:solidFill>
                <a:latin typeface="Canva Sans"/>
                <a:ea typeface="Canva Sans"/>
                <a:cs typeface="Canva Sans"/>
                <a:sym typeface="Canva Sans"/>
              </a:rPr>
              <a:t>Presented by: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465739"/>
                </a:solidFill>
                <a:latin typeface="Canva Sans"/>
                <a:ea typeface="Canva Sans"/>
                <a:cs typeface="Canva Sans"/>
                <a:sym typeface="Canva Sans"/>
              </a:rPr>
              <a:t>Shadman Sami (2305043)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465739"/>
                </a:solidFill>
                <a:latin typeface="Canva Sans"/>
                <a:ea typeface="Canva Sans"/>
                <a:cs typeface="Canva Sans"/>
                <a:sym typeface="Canva Sans"/>
              </a:rPr>
              <a:t>Ramisa Raidah Arana (2305049)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4084492" y="2408755"/>
            <a:ext cx="1950432" cy="1960234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877167" y="4074416"/>
            <a:ext cx="1950432" cy="19602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48</Words>
  <Application>Microsoft Office PowerPoint</Application>
  <PresentationFormat>Custom</PresentationFormat>
  <Paragraphs>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Futura</vt:lpstr>
      <vt:lpstr>Arial</vt:lpstr>
      <vt:lpstr>Glacial Indifference Bold</vt:lpstr>
      <vt:lpstr>Inter Bold</vt:lpstr>
      <vt:lpstr>Canva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 Diagram Overview for acoustica</dc:title>
  <cp:lastModifiedBy>ramisa raidah</cp:lastModifiedBy>
  <cp:revision>9</cp:revision>
  <dcterms:created xsi:type="dcterms:W3CDTF">2006-08-16T00:00:00Z</dcterms:created>
  <dcterms:modified xsi:type="dcterms:W3CDTF">2026-01-17T11:13:04Z</dcterms:modified>
  <dc:identifier>DAG-gpKcxgU</dc:identifier>
</cp:coreProperties>
</file>
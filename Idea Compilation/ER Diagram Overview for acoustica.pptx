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</p:sldIdLst>
  <p:sldSz cx="18288000" cy="10287000"/>
  <p:notesSz cx="6858000" cy="9144000"/>
  <p:embeddedFontLst>
    <p:embeddedFont>
      <p:font typeface="Futura" panose="020B0604020202020204" charset="0"/>
      <p:regular r:id="rId14"/>
    </p:embeddedFont>
    <p:embeddedFont>
      <p:font typeface="Glacial Indifference Bold" panose="020B0604020202020204" charset="0"/>
      <p:regular r:id="rId15"/>
    </p:embeddedFont>
    <p:embeddedFont>
      <p:font typeface="Inter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370" y="792370"/>
            <a:ext cx="472661" cy="4726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364075" y="6915141"/>
            <a:ext cx="0" cy="2610617"/>
          </a:xfrm>
          <a:prstGeom prst="line">
            <a:avLst/>
          </a:prstGeom>
          <a:ln w="123825" cap="flat">
            <a:solidFill>
              <a:srgbClr val="BBC8B1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124276" y="0"/>
            <a:ext cx="6163724" cy="3086100"/>
            <a:chOff x="0" y="0"/>
            <a:chExt cx="1623368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3368" cy="812800"/>
            </a:xfrm>
            <a:custGeom>
              <a:avLst/>
              <a:gdLst/>
              <a:ahLst/>
              <a:cxnLst/>
              <a:rect l="l" t="t" r="r" b="b"/>
              <a:pathLst>
                <a:path w="1623368" h="812800">
                  <a:moveTo>
                    <a:pt x="0" y="0"/>
                  </a:moveTo>
                  <a:lnTo>
                    <a:pt x="1623368" y="0"/>
                  </a:lnTo>
                  <a:lnTo>
                    <a:pt x="162336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3368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7200900"/>
            <a:ext cx="7059741" cy="3086100"/>
            <a:chOff x="0" y="0"/>
            <a:chExt cx="1859356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9356" cy="812800"/>
            </a:xfrm>
            <a:custGeom>
              <a:avLst/>
              <a:gdLst/>
              <a:ahLst/>
              <a:cxnLst/>
              <a:rect l="l" t="t" r="r" b="b"/>
              <a:pathLst>
                <a:path w="1859356" h="812800">
                  <a:moveTo>
                    <a:pt x="0" y="0"/>
                  </a:moveTo>
                  <a:lnTo>
                    <a:pt x="1859356" y="0"/>
                  </a:lnTo>
                  <a:lnTo>
                    <a:pt x="18593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5935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20244" y="508065"/>
            <a:ext cx="2447512" cy="2447512"/>
          </a:xfrm>
          <a:custGeom>
            <a:avLst/>
            <a:gdLst/>
            <a:ahLst/>
            <a:cxnLst/>
            <a:rect l="l" t="t" r="r" b="b"/>
            <a:pathLst>
              <a:path w="2447512" h="2447512">
                <a:moveTo>
                  <a:pt x="0" y="0"/>
                </a:moveTo>
                <a:lnTo>
                  <a:pt x="2447512" y="0"/>
                </a:lnTo>
                <a:lnTo>
                  <a:pt x="2447512" y="2447512"/>
                </a:lnTo>
                <a:lnTo>
                  <a:pt x="0" y="2447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771519" y="3646139"/>
            <a:ext cx="14744962" cy="305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9"/>
              </a:lnSpc>
            </a:pPr>
            <a:r>
              <a:rPr lang="en-US" sz="10508" b="1" dirty="0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ER DIAGRAM OVERVIEW</a:t>
            </a:r>
          </a:p>
          <a:p>
            <a:pPr marL="0" lvl="0" indent="0" algn="ctr">
              <a:lnSpc>
                <a:spcPts val="11979"/>
              </a:lnSpc>
            </a:pPr>
            <a:r>
              <a:rPr lang="en-US" sz="10508" b="1" dirty="0">
                <a:solidFill>
                  <a:srgbClr val="5F6F5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FOR ACOUSTICA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7022970" y="792370"/>
            <a:ext cx="472661" cy="47266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BC8B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01900" y="7182465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B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96719" y="2546067"/>
            <a:ext cx="5894563" cy="1611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Acoustica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09761" y="4982751"/>
            <a:ext cx="11468478" cy="66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26"/>
              </a:lnSpc>
              <a:spcBef>
                <a:spcPct val="0"/>
              </a:spcBef>
            </a:pPr>
            <a:r>
              <a:rPr lang="en-US" sz="351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 DBMS BASED MUSIC STREAMING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73380"/>
            <a:ext cx="18288000" cy="9540240"/>
          </a:xfrm>
          <a:custGeom>
            <a:avLst/>
            <a:gdLst/>
            <a:ahLst/>
            <a:cxnLst/>
            <a:rect l="l" t="t" r="r" b="b"/>
            <a:pathLst>
              <a:path w="18288000" h="9540240">
                <a:moveTo>
                  <a:pt x="0" y="0"/>
                </a:moveTo>
                <a:lnTo>
                  <a:pt x="18288000" y="0"/>
                </a:lnTo>
                <a:lnTo>
                  <a:pt x="18288000" y="9540240"/>
                </a:lnTo>
                <a:lnTo>
                  <a:pt x="0" y="954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99686" y="1028700"/>
            <a:ext cx="11688627" cy="9039205"/>
          </a:xfrm>
          <a:custGeom>
            <a:avLst/>
            <a:gdLst/>
            <a:ahLst/>
            <a:cxnLst/>
            <a:rect l="l" t="t" r="r" b="b"/>
            <a:pathLst>
              <a:path w="11688627" h="9039205">
                <a:moveTo>
                  <a:pt x="0" y="0"/>
                </a:moveTo>
                <a:lnTo>
                  <a:pt x="11688628" y="0"/>
                </a:lnTo>
                <a:lnTo>
                  <a:pt x="11688628" y="9039205"/>
                </a:lnTo>
                <a:lnTo>
                  <a:pt x="0" y="9039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1B1990A-5008-CB45-F288-F985EF5BA6FD}"/>
              </a:ext>
            </a:extLst>
          </p:cNvPr>
          <p:cNvSpPr txBox="1"/>
          <p:nvPr/>
        </p:nvSpPr>
        <p:spPr>
          <a:xfrm>
            <a:off x="6629400" y="-266700"/>
            <a:ext cx="4395081" cy="1471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Asset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4436820" y="1175465"/>
            <a:ext cx="9414361" cy="8327787"/>
          </a:xfrm>
          <a:custGeom>
            <a:avLst/>
            <a:gdLst/>
            <a:ahLst/>
            <a:cxnLst/>
            <a:rect l="l" t="t" r="r" b="b"/>
            <a:pathLst>
              <a:path w="9414361" h="8327787">
                <a:moveTo>
                  <a:pt x="0" y="0"/>
                </a:moveTo>
                <a:lnTo>
                  <a:pt x="9414360" y="0"/>
                </a:lnTo>
                <a:lnTo>
                  <a:pt x="9414360" y="8327787"/>
                </a:lnTo>
                <a:lnTo>
                  <a:pt x="0" y="8327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1B580042-9153-9A18-24C1-0826336BF923}"/>
              </a:ext>
            </a:extLst>
          </p:cNvPr>
          <p:cNvSpPr txBox="1"/>
          <p:nvPr/>
        </p:nvSpPr>
        <p:spPr>
          <a:xfrm>
            <a:off x="6553200" y="-257479"/>
            <a:ext cx="5181600" cy="1471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3647585" y="1028700"/>
            <a:ext cx="3086100" cy="2036826"/>
            <a:chOff x="0" y="0"/>
            <a:chExt cx="635000" cy="419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0" y="0"/>
                  </a:moveTo>
                  <a:lnTo>
                    <a:pt x="635000" y="0"/>
                  </a:lnTo>
                  <a:lnTo>
                    <a:pt x="635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47585" y="2766907"/>
            <a:ext cx="3086100" cy="2036826"/>
            <a:chOff x="0" y="0"/>
            <a:chExt cx="635000" cy="419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0" y="0"/>
                  </a:moveTo>
                  <a:lnTo>
                    <a:pt x="635000" y="0"/>
                  </a:lnTo>
                  <a:lnTo>
                    <a:pt x="635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12"/>
                </a:lnSpc>
              </a:pPr>
              <a:endParaRPr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F1625BE-84C0-9CAC-E76D-88BF558C25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83" y="757219"/>
            <a:ext cx="16916434" cy="8732538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4EDD7805-ADC8-36C0-0BB0-B52C514D73AB}"/>
              </a:ext>
            </a:extLst>
          </p:cNvPr>
          <p:cNvSpPr txBox="1"/>
          <p:nvPr/>
        </p:nvSpPr>
        <p:spPr>
          <a:xfrm>
            <a:off x="6946459" y="-442344"/>
            <a:ext cx="4395081" cy="1471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Song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1167" y="1097870"/>
            <a:ext cx="15485665" cy="8091260"/>
          </a:xfrm>
          <a:custGeom>
            <a:avLst/>
            <a:gdLst/>
            <a:ahLst/>
            <a:cxnLst/>
            <a:rect l="l" t="t" r="r" b="b"/>
            <a:pathLst>
              <a:path w="15485665" h="8091260">
                <a:moveTo>
                  <a:pt x="0" y="0"/>
                </a:moveTo>
                <a:lnTo>
                  <a:pt x="15485666" y="0"/>
                </a:lnTo>
                <a:lnTo>
                  <a:pt x="15485666" y="8091260"/>
                </a:lnTo>
                <a:lnTo>
                  <a:pt x="0" y="8091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20084E67-EEBA-0207-BF0A-081E67E2E724}"/>
              </a:ext>
            </a:extLst>
          </p:cNvPr>
          <p:cNvSpPr txBox="1"/>
          <p:nvPr/>
        </p:nvSpPr>
        <p:spPr>
          <a:xfrm>
            <a:off x="6629400" y="-266700"/>
            <a:ext cx="4395081" cy="1471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80000" y="1181100"/>
            <a:ext cx="12528000" cy="8920017"/>
          </a:xfrm>
          <a:custGeom>
            <a:avLst/>
            <a:gdLst/>
            <a:ahLst/>
            <a:cxnLst/>
            <a:rect l="l" t="t" r="r" b="b"/>
            <a:pathLst>
              <a:path w="13778399" h="9610434">
                <a:moveTo>
                  <a:pt x="0" y="0"/>
                </a:moveTo>
                <a:lnTo>
                  <a:pt x="13778400" y="0"/>
                </a:lnTo>
                <a:lnTo>
                  <a:pt x="13778400" y="9610434"/>
                </a:lnTo>
                <a:lnTo>
                  <a:pt x="0" y="9610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D4B189F0-255E-AF50-C170-FC2318690C73}"/>
              </a:ext>
            </a:extLst>
          </p:cNvPr>
          <p:cNvSpPr txBox="1"/>
          <p:nvPr/>
        </p:nvSpPr>
        <p:spPr>
          <a:xfrm>
            <a:off x="6629400" y="-266700"/>
            <a:ext cx="4395081" cy="1471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1915" y="1257300"/>
            <a:ext cx="13444171" cy="8671490"/>
          </a:xfrm>
          <a:custGeom>
            <a:avLst/>
            <a:gdLst/>
            <a:ahLst/>
            <a:cxnLst/>
            <a:rect l="l" t="t" r="r" b="b"/>
            <a:pathLst>
              <a:path w="13444171" h="8671490">
                <a:moveTo>
                  <a:pt x="0" y="0"/>
                </a:moveTo>
                <a:lnTo>
                  <a:pt x="13444170" y="0"/>
                </a:lnTo>
                <a:lnTo>
                  <a:pt x="13444170" y="8671490"/>
                </a:lnTo>
                <a:lnTo>
                  <a:pt x="0" y="8671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E000D643-A585-100E-D31F-DA9B9D3AC115}"/>
              </a:ext>
            </a:extLst>
          </p:cNvPr>
          <p:cNvSpPr txBox="1"/>
          <p:nvPr/>
        </p:nvSpPr>
        <p:spPr>
          <a:xfrm>
            <a:off x="6629400" y="-266700"/>
            <a:ext cx="4395081" cy="1471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Social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32291" y="1059555"/>
            <a:ext cx="11169674" cy="8884545"/>
          </a:xfrm>
          <a:custGeom>
            <a:avLst/>
            <a:gdLst/>
            <a:ahLst/>
            <a:cxnLst/>
            <a:rect l="l" t="t" r="r" b="b"/>
            <a:pathLst>
              <a:path w="11169674" h="8884545">
                <a:moveTo>
                  <a:pt x="0" y="0"/>
                </a:moveTo>
                <a:lnTo>
                  <a:pt x="11169674" y="0"/>
                </a:lnTo>
                <a:lnTo>
                  <a:pt x="11169674" y="8884545"/>
                </a:lnTo>
                <a:lnTo>
                  <a:pt x="0" y="8884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D5C2ED0-A31E-9DC8-D83C-EDF07029C745}"/>
              </a:ext>
            </a:extLst>
          </p:cNvPr>
          <p:cNvSpPr txBox="1"/>
          <p:nvPr/>
        </p:nvSpPr>
        <p:spPr>
          <a:xfrm>
            <a:off x="4495800" y="-289944"/>
            <a:ext cx="9372600" cy="14710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Subscription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B4A7-6824-3C34-1686-9B029FD0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34F6E9-6D1A-738D-EB6C-FC5DA5BDA79E}"/>
              </a:ext>
            </a:extLst>
          </p:cNvPr>
          <p:cNvSpPr/>
          <p:nvPr/>
        </p:nvSpPr>
        <p:spPr>
          <a:xfrm>
            <a:off x="0" y="373380"/>
            <a:ext cx="18288000" cy="9540240"/>
          </a:xfrm>
          <a:custGeom>
            <a:avLst/>
            <a:gdLst/>
            <a:ahLst/>
            <a:cxnLst/>
            <a:rect l="l" t="t" r="r" b="b"/>
            <a:pathLst>
              <a:path w="18288000" h="9540240">
                <a:moveTo>
                  <a:pt x="0" y="0"/>
                </a:moveTo>
                <a:lnTo>
                  <a:pt x="18288000" y="0"/>
                </a:lnTo>
                <a:lnTo>
                  <a:pt x="18288000" y="9540240"/>
                </a:lnTo>
                <a:lnTo>
                  <a:pt x="0" y="954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87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9FA83-F7FA-FE61-EAA0-E29C8279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CA5330-1363-725F-6DEF-6F4539850FBA}"/>
              </a:ext>
            </a:extLst>
          </p:cNvPr>
          <p:cNvSpPr/>
          <p:nvPr/>
        </p:nvSpPr>
        <p:spPr>
          <a:xfrm>
            <a:off x="0" y="266700"/>
            <a:ext cx="18288000" cy="9540240"/>
          </a:xfrm>
          <a:custGeom>
            <a:avLst/>
            <a:gdLst/>
            <a:ahLst/>
            <a:cxnLst/>
            <a:rect l="l" t="t" r="r" b="b"/>
            <a:pathLst>
              <a:path w="18288000" h="9540240">
                <a:moveTo>
                  <a:pt x="0" y="0"/>
                </a:moveTo>
                <a:lnTo>
                  <a:pt x="18288000" y="0"/>
                </a:lnTo>
                <a:lnTo>
                  <a:pt x="18288000" y="9540240"/>
                </a:lnTo>
                <a:lnTo>
                  <a:pt x="0" y="954024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26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7C8FB5D9-1E5A-2A84-EBF1-E24AD52DB232}"/>
              </a:ext>
            </a:extLst>
          </p:cNvPr>
          <p:cNvSpPr txBox="1"/>
          <p:nvPr/>
        </p:nvSpPr>
        <p:spPr>
          <a:xfrm>
            <a:off x="4953000" y="2781300"/>
            <a:ext cx="7747881" cy="1541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 dirty="0">
                <a:solidFill>
                  <a:srgbClr val="465739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8CF40F52-78D9-9DA6-20C8-3FDCBE4E7298}"/>
              </a:ext>
            </a:extLst>
          </p:cNvPr>
          <p:cNvSpPr txBox="1"/>
          <p:nvPr/>
        </p:nvSpPr>
        <p:spPr>
          <a:xfrm>
            <a:off x="13030200" y="5524500"/>
            <a:ext cx="4362639" cy="3692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4926"/>
              </a:lnSpc>
              <a:spcBef>
                <a:spcPct val="0"/>
              </a:spcBef>
            </a:pPr>
            <a:r>
              <a:rPr lang="en-US" sz="351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Supervised by:</a:t>
            </a:r>
          </a:p>
          <a:p>
            <a:pPr marL="0" lvl="0" indent="0" algn="r">
              <a:lnSpc>
                <a:spcPts val="4926"/>
              </a:lnSpc>
              <a:spcBef>
                <a:spcPct val="0"/>
              </a:spcBef>
            </a:pPr>
            <a:r>
              <a:rPr lang="en-US" sz="351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Kowshic Roy</a:t>
            </a:r>
          </a:p>
          <a:p>
            <a:pPr marL="0" lvl="0" indent="0" algn="r">
              <a:lnSpc>
                <a:spcPts val="4926"/>
              </a:lnSpc>
              <a:spcBef>
                <a:spcPct val="0"/>
              </a:spcBef>
            </a:pPr>
            <a:r>
              <a:rPr lang="en-US" sz="351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Lecturer at CSE, BUET</a:t>
            </a:r>
          </a:p>
          <a:p>
            <a:pPr marL="0" lvl="0" indent="0" algn="r">
              <a:lnSpc>
                <a:spcPts val="4926"/>
              </a:lnSpc>
              <a:spcBef>
                <a:spcPct val="0"/>
              </a:spcBef>
            </a:pPr>
            <a:r>
              <a:rPr lang="en-US" sz="351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Presented by:</a:t>
            </a:r>
          </a:p>
          <a:p>
            <a:pPr marL="0" lvl="0" indent="0" algn="r">
              <a:lnSpc>
                <a:spcPts val="4926"/>
              </a:lnSpc>
              <a:spcBef>
                <a:spcPct val="0"/>
              </a:spcBef>
            </a:pPr>
            <a:r>
              <a:rPr lang="en-US" sz="351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Shadman Sami </a:t>
            </a:r>
          </a:p>
          <a:p>
            <a:pPr marL="0" lvl="0" indent="0" algn="r">
              <a:lnSpc>
                <a:spcPts val="4926"/>
              </a:lnSpc>
              <a:spcBef>
                <a:spcPct val="0"/>
              </a:spcBef>
            </a:pPr>
            <a:r>
              <a:rPr lang="en-US" sz="3519" dirty="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Ramisa Raidah Arana</a:t>
            </a:r>
          </a:p>
        </p:txBody>
      </p:sp>
    </p:spTree>
    <p:extLst>
      <p:ext uri="{BB962C8B-B14F-4D97-AF65-F5344CB8AC3E}">
        <p14:creationId xmlns:p14="http://schemas.microsoft.com/office/powerpoint/2010/main" val="2531609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</Words>
  <Application>Microsoft Office PowerPoint</Application>
  <PresentationFormat>Custom</PresentationFormat>
  <Paragraphs>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Glacial Indifference Bold</vt:lpstr>
      <vt:lpstr>Inter Bold</vt:lpstr>
      <vt:lpstr>Futura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Diagram Overview for acoustica</dc:title>
  <cp:lastModifiedBy>ramisa raidah</cp:lastModifiedBy>
  <cp:revision>2</cp:revision>
  <dcterms:created xsi:type="dcterms:W3CDTF">2006-08-16T00:00:00Z</dcterms:created>
  <dcterms:modified xsi:type="dcterms:W3CDTF">2026-01-15T21:15:29Z</dcterms:modified>
  <dc:identifier>DAG-gpKcxgU</dc:identifier>
</cp:coreProperties>
</file>